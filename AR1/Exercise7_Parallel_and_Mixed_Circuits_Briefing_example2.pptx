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74" r:id="rId3"/>
    <p:sldId id="277" r:id="rId4"/>
    <p:sldId id="275" r:id="rId5"/>
    <p:sldId id="278" r:id="rId6"/>
    <p:sldId id="276" r:id="rId7"/>
    <p:sldId id="27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D3B9197-488F-4C48-99A1-D56D56E00ED7}">
          <p14:sldIdLst>
            <p14:sldId id="273"/>
            <p14:sldId id="274"/>
            <p14:sldId id="277"/>
            <p14:sldId id="275"/>
            <p14:sldId id="278"/>
            <p14:sldId id="276"/>
            <p14:sldId id="279"/>
          </p14:sldIdLst>
        </p14:section>
        <p14:section name="Default Section" id="{EAD22B09-3805-4CA3-946A-D0C352711AC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hlem, Brian" userId="402ddc43-2d87-4aa4-abd3-3a0b3d7db2a8" providerId="ADAL" clId="{606CDF9C-D1C3-4EEF-B6FC-CFAE41F9A8A5}"/>
    <pc:docChg chg="delSld modSld sldOrd delSection modSection">
      <pc:chgData name="Dahlem, Brian" userId="402ddc43-2d87-4aa4-abd3-3a0b3d7db2a8" providerId="ADAL" clId="{606CDF9C-D1C3-4EEF-B6FC-CFAE41F9A8A5}" dt="2026-03-04T21:06:17.620" v="3"/>
      <pc:docMkLst>
        <pc:docMk/>
      </pc:docMkLst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56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57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58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59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60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61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62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63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64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65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66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0" sldId="267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3151159526" sldId="268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433911185" sldId="269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2538278402" sldId="270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3876855858" sldId="271"/>
        </pc:sldMkLst>
      </pc:sldChg>
      <pc:sldChg chg="del">
        <pc:chgData name="Dahlem, Brian" userId="402ddc43-2d87-4aa4-abd3-3a0b3d7db2a8" providerId="ADAL" clId="{606CDF9C-D1C3-4EEF-B6FC-CFAE41F9A8A5}" dt="2026-03-04T21:06:06.475" v="0" actId="47"/>
        <pc:sldMkLst>
          <pc:docMk/>
          <pc:sldMk cId="3454853135" sldId="272"/>
        </pc:sldMkLst>
      </pc:sldChg>
      <pc:sldChg chg="ord">
        <pc:chgData name="Dahlem, Brian" userId="402ddc43-2d87-4aa4-abd3-3a0b3d7db2a8" providerId="ADAL" clId="{606CDF9C-D1C3-4EEF-B6FC-CFAE41F9A8A5}" dt="2026-03-04T21:06:17.620" v="3"/>
        <pc:sldMkLst>
          <pc:docMk/>
          <pc:sldMk cId="4198045585" sldId="273"/>
        </pc:sldMkLst>
      </pc:sldChg>
      <pc:sldChg chg="ord">
        <pc:chgData name="Dahlem, Brian" userId="402ddc43-2d87-4aa4-abd3-3a0b3d7db2a8" providerId="ADAL" clId="{606CDF9C-D1C3-4EEF-B6FC-CFAE41F9A8A5}" dt="2026-03-04T21:06:17.620" v="3"/>
        <pc:sldMkLst>
          <pc:docMk/>
          <pc:sldMk cId="2295887172" sldId="274"/>
        </pc:sldMkLst>
      </pc:sldChg>
      <pc:sldChg chg="ord">
        <pc:chgData name="Dahlem, Brian" userId="402ddc43-2d87-4aa4-abd3-3a0b3d7db2a8" providerId="ADAL" clId="{606CDF9C-D1C3-4EEF-B6FC-CFAE41F9A8A5}" dt="2026-03-04T21:06:17.620" v="3"/>
        <pc:sldMkLst>
          <pc:docMk/>
          <pc:sldMk cId="1616013133" sldId="275"/>
        </pc:sldMkLst>
      </pc:sldChg>
      <pc:sldChg chg="ord">
        <pc:chgData name="Dahlem, Brian" userId="402ddc43-2d87-4aa4-abd3-3a0b3d7db2a8" providerId="ADAL" clId="{606CDF9C-D1C3-4EEF-B6FC-CFAE41F9A8A5}" dt="2026-03-04T21:06:17.620" v="3"/>
        <pc:sldMkLst>
          <pc:docMk/>
          <pc:sldMk cId="598940973" sldId="276"/>
        </pc:sldMkLst>
      </pc:sldChg>
      <pc:sldChg chg="ord">
        <pc:chgData name="Dahlem, Brian" userId="402ddc43-2d87-4aa4-abd3-3a0b3d7db2a8" providerId="ADAL" clId="{606CDF9C-D1C3-4EEF-B6FC-CFAE41F9A8A5}" dt="2026-03-04T21:06:17.620" v="3"/>
        <pc:sldMkLst>
          <pc:docMk/>
          <pc:sldMk cId="2128478121" sldId="277"/>
        </pc:sldMkLst>
      </pc:sldChg>
      <pc:sldChg chg="ord">
        <pc:chgData name="Dahlem, Brian" userId="402ddc43-2d87-4aa4-abd3-3a0b3d7db2a8" providerId="ADAL" clId="{606CDF9C-D1C3-4EEF-B6FC-CFAE41F9A8A5}" dt="2026-03-04T21:06:17.620" v="3"/>
        <pc:sldMkLst>
          <pc:docMk/>
          <pc:sldMk cId="1677892241" sldId="278"/>
        </pc:sldMkLst>
      </pc:sldChg>
      <pc:sldChg chg="ord">
        <pc:chgData name="Dahlem, Brian" userId="402ddc43-2d87-4aa4-abd3-3a0b3d7db2a8" providerId="ADAL" clId="{606CDF9C-D1C3-4EEF-B6FC-CFAE41F9A8A5}" dt="2026-03-04T21:06:17.620" v="3"/>
        <pc:sldMkLst>
          <pc:docMk/>
          <pc:sldMk cId="4205491722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.png"/><Relationship Id="rId7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0.png"/><Relationship Id="rId5" Type="http://schemas.openxmlformats.org/officeDocument/2006/relationships/image" Target="../media/image85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image" Target="../media/image1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95.png"/><Relationship Id="rId5" Type="http://schemas.openxmlformats.org/officeDocument/2006/relationships/image" Target="../media/image7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3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3.png"/><Relationship Id="rId18" Type="http://schemas.openxmlformats.org/officeDocument/2006/relationships/image" Target="../media/image112.png"/><Relationship Id="rId3" Type="http://schemas.openxmlformats.org/officeDocument/2006/relationships/image" Target="../media/image103.png"/><Relationship Id="rId21" Type="http://schemas.openxmlformats.org/officeDocument/2006/relationships/image" Target="../media/image115.png"/><Relationship Id="rId12" Type="http://schemas.openxmlformats.org/officeDocument/2006/relationships/image" Target="../media/image12.png"/><Relationship Id="rId17" Type="http://schemas.openxmlformats.org/officeDocument/2006/relationships/image" Target="../media/image111.png"/><Relationship Id="rId2" Type="http://schemas.openxmlformats.org/officeDocument/2006/relationships/image" Target="../media/image1.png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1.png"/><Relationship Id="rId5" Type="http://schemas.openxmlformats.org/officeDocument/2006/relationships/image" Target="../media/image870.png"/><Relationship Id="rId15" Type="http://schemas.openxmlformats.org/officeDocument/2006/relationships/image" Target="../media/image109.png"/><Relationship Id="rId10" Type="http://schemas.openxmlformats.org/officeDocument/2006/relationships/image" Target="../media/image2.png"/><Relationship Id="rId19" Type="http://schemas.openxmlformats.org/officeDocument/2006/relationships/image" Target="../media/image113.png"/><Relationship Id="rId9" Type="http://schemas.openxmlformats.org/officeDocument/2006/relationships/image" Target="../media/image10.png"/><Relationship Id="rId14" Type="http://schemas.openxmlformats.org/officeDocument/2006/relationships/image" Target="../media/image10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C20B-AAA6-4D31-3559-E79D859FB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3FF8-D13C-19EF-205D-85E97727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5983C-B40C-0AF7-26C6-4982E8F853B7}"/>
              </a:ext>
            </a:extLst>
          </p:cNvPr>
          <p:cNvSpPr txBox="1"/>
          <p:nvPr/>
        </p:nvSpPr>
        <p:spPr>
          <a:xfrm>
            <a:off x="457199" y="1371600"/>
            <a:ext cx="614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steps would you take to solve this circuit?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AA7253-244B-C039-7C3B-05C42FBB6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18" y="1269608"/>
            <a:ext cx="1838325" cy="148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BB3E04-E1B9-667F-2ED7-C6802A5D6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315" y="2807702"/>
            <a:ext cx="4671228" cy="35770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D5D8A1-450D-1E59-ED3C-919C497CF9DA}"/>
              </a:ext>
            </a:extLst>
          </p:cNvPr>
          <p:cNvSpPr txBox="1"/>
          <p:nvPr/>
        </p:nvSpPr>
        <p:spPr>
          <a:xfrm>
            <a:off x="687237" y="1983910"/>
            <a:ext cx="38847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Simplify Parallel Resistors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US" baseline="-25000" dirty="0"/>
              <a:t>4</a:t>
            </a:r>
            <a:r>
              <a:rPr lang="en-US" dirty="0"/>
              <a:t> and R</a:t>
            </a:r>
            <a:r>
              <a:rPr lang="en-US" baseline="-25000" dirty="0"/>
              <a:t>5</a:t>
            </a:r>
          </a:p>
          <a:p>
            <a:pPr marL="342900" indent="-342900">
              <a:buAutoNum type="arabicPeriod"/>
            </a:pPr>
            <a:r>
              <a:rPr lang="en-US" dirty="0"/>
              <a:t>Simplify the Series of Equivalent Resistors</a:t>
            </a:r>
          </a:p>
          <a:p>
            <a:pPr marL="342900" indent="-342900">
              <a:buAutoNum type="arabicPeriod"/>
            </a:pPr>
            <a:r>
              <a:rPr lang="en-US" dirty="0"/>
              <a:t>Calculate the parameters at each resistor (in reverse order)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3AD99-F6AA-E096-5977-7265C33C10F6}"/>
              </a:ext>
            </a:extLst>
          </p:cNvPr>
          <p:cNvSpPr txBox="1"/>
          <p:nvPr/>
        </p:nvSpPr>
        <p:spPr>
          <a:xfrm>
            <a:off x="457198" y="4596206"/>
            <a:ext cx="3226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Solve the parallel resistor pairs.</a:t>
            </a:r>
          </a:p>
        </p:txBody>
      </p:sp>
    </p:spTree>
    <p:extLst>
      <p:ext uri="{BB962C8B-B14F-4D97-AF65-F5344CB8AC3E}">
        <p14:creationId xmlns:p14="http://schemas.microsoft.com/office/powerpoint/2010/main" val="419804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E0F7-EC64-8C27-B50A-3F388A963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3B32-CC85-03F7-CEC6-714704D8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3A7E4-159F-38A0-9E46-E496DFFB84B0}"/>
              </a:ext>
            </a:extLst>
          </p:cNvPr>
          <p:cNvSpPr txBox="1"/>
          <p:nvPr/>
        </p:nvSpPr>
        <p:spPr>
          <a:xfrm>
            <a:off x="457199" y="1371600"/>
            <a:ext cx="614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Simplify Parallel Resistors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C186D5-4811-92E5-879D-0B1AEC770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18" y="1269608"/>
            <a:ext cx="1838325" cy="148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2A8C26-54DF-0733-49AF-009928E38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315" y="2807702"/>
            <a:ext cx="4671228" cy="35770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852814-2B47-A229-EF67-4441511BEDD7}"/>
                  </a:ext>
                </a:extLst>
              </p:cNvPr>
              <p:cNvSpPr txBox="1"/>
              <p:nvPr/>
            </p:nvSpPr>
            <p:spPr>
              <a:xfrm>
                <a:off x="844992" y="1811893"/>
                <a:ext cx="2462982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 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852814-2B47-A229-EF67-4441511BE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92" y="1811893"/>
                <a:ext cx="2462982" cy="546496"/>
              </a:xfrm>
              <a:prstGeom prst="rect">
                <a:avLst/>
              </a:prstGeom>
              <a:blipFill>
                <a:blip r:embed="rId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82F92-C8CF-7A71-EB5B-62002033C945}"/>
                  </a:ext>
                </a:extLst>
              </p:cNvPr>
              <p:cNvSpPr txBox="1"/>
              <p:nvPr/>
            </p:nvSpPr>
            <p:spPr>
              <a:xfrm>
                <a:off x="844992" y="2376975"/>
                <a:ext cx="2115259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𝑒𝑞𝑅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B82F92-C8CF-7A71-EB5B-62002033C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92" y="2376975"/>
                <a:ext cx="2115259" cy="546496"/>
              </a:xfrm>
              <a:prstGeom prst="rect">
                <a:avLst/>
              </a:prstGeom>
              <a:blipFill>
                <a:blip r:embed="rId5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E7EB8A-00E8-AB57-CE7A-45E39F148144}"/>
                  </a:ext>
                </a:extLst>
              </p:cNvPr>
              <p:cNvSpPr txBox="1"/>
              <p:nvPr/>
            </p:nvSpPr>
            <p:spPr>
              <a:xfrm>
                <a:off x="785853" y="2935601"/>
                <a:ext cx="1891030" cy="689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𝑒𝑞𝑅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0.06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E7EB8A-00E8-AB57-CE7A-45E39F148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53" y="2935601"/>
                <a:ext cx="1891030" cy="689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24B40F-1A67-14FA-3504-62366C1BA308}"/>
                  </a:ext>
                </a:extLst>
              </p:cNvPr>
              <p:cNvSpPr txBox="1"/>
              <p:nvPr/>
            </p:nvSpPr>
            <p:spPr>
              <a:xfrm>
                <a:off x="846789" y="3647302"/>
                <a:ext cx="179966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16.7Ω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24B40F-1A67-14FA-3504-62366C1BA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89" y="3647302"/>
                <a:ext cx="1799660" cy="390748"/>
              </a:xfrm>
              <a:prstGeom prst="rect">
                <a:avLst/>
              </a:prstGeom>
              <a:blipFill>
                <a:blip r:embed="rId7"/>
                <a:stretch>
                  <a:fillRect t="-6250" r="-2034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4D494A-A872-1379-06ED-62DE8D407D7B}"/>
                  </a:ext>
                </a:extLst>
              </p:cNvPr>
              <p:cNvSpPr txBox="1"/>
              <p:nvPr/>
            </p:nvSpPr>
            <p:spPr>
              <a:xfrm>
                <a:off x="901648" y="4315043"/>
                <a:ext cx="2115259" cy="546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𝑒𝑞𝑅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4D494A-A872-1379-06ED-62DE8D407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648" y="4315043"/>
                <a:ext cx="2115259" cy="546496"/>
              </a:xfrm>
              <a:prstGeom prst="rect">
                <a:avLst/>
              </a:prstGeom>
              <a:blipFill>
                <a:blip r:embed="rId8"/>
                <a:stretch>
                  <a:fillRect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543198-DD5D-ABEE-2109-E7582B8073CA}"/>
                  </a:ext>
                </a:extLst>
              </p:cNvPr>
              <p:cNvSpPr txBox="1"/>
              <p:nvPr/>
            </p:nvSpPr>
            <p:spPr>
              <a:xfrm>
                <a:off x="842509" y="4873669"/>
                <a:ext cx="2019271" cy="689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𝑒𝑞𝑅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0.072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543198-DD5D-ABEE-2109-E7582B807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09" y="4873669"/>
                <a:ext cx="2019271" cy="689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5D79F0-E0BC-C3A9-9222-38596EB59E56}"/>
                  </a:ext>
                </a:extLst>
              </p:cNvPr>
              <p:cNvSpPr txBox="1"/>
              <p:nvPr/>
            </p:nvSpPr>
            <p:spPr>
              <a:xfrm>
                <a:off x="903445" y="5585370"/>
                <a:ext cx="1799660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13.8Ω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5D79F0-E0BC-C3A9-9222-38596EB59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45" y="5585370"/>
                <a:ext cx="1799660" cy="390748"/>
              </a:xfrm>
              <a:prstGeom prst="rect">
                <a:avLst/>
              </a:prstGeom>
              <a:blipFill>
                <a:blip r:embed="rId10"/>
                <a:stretch>
                  <a:fillRect t="-6250" r="-237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88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11B5B-33F7-85E8-F10C-6E3CF70B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A0F6-3BB1-C727-F1BE-1CF02D06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08EFA-2DE0-EC81-EF9F-2803F4DAC400}"/>
              </a:ext>
            </a:extLst>
          </p:cNvPr>
          <p:cNvSpPr txBox="1"/>
          <p:nvPr/>
        </p:nvSpPr>
        <p:spPr>
          <a:xfrm>
            <a:off x="457199" y="1371600"/>
            <a:ext cx="614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Simplify Series Resistors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453CF7-A06F-C7AB-B782-30863D72D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18" y="1269608"/>
            <a:ext cx="1838325" cy="1485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7EC0EC-BA96-D02E-BDCE-1F7F3D66D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271" y="2816119"/>
            <a:ext cx="3872309" cy="36207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029EC0-9E51-B73C-B701-67AA6AC143FF}"/>
                  </a:ext>
                </a:extLst>
              </p:cNvPr>
              <p:cNvSpPr txBox="1"/>
              <p:nvPr/>
            </p:nvSpPr>
            <p:spPr>
              <a:xfrm>
                <a:off x="832173" y="1998901"/>
                <a:ext cx="335170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𝑒𝑞𝑅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𝑒𝑞𝑅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029EC0-9E51-B73C-B701-67AA6AC14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73" y="1998901"/>
                <a:ext cx="3351700" cy="390748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3B7F53-9AD1-8BDA-B163-88D2E09C2464}"/>
                  </a:ext>
                </a:extLst>
              </p:cNvPr>
              <p:cNvSpPr txBox="1"/>
              <p:nvPr/>
            </p:nvSpPr>
            <p:spPr>
              <a:xfrm>
                <a:off x="769544" y="2514600"/>
                <a:ext cx="310409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=16.7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+30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3.8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3B7F53-9AD1-8BDA-B163-88D2E09C2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44" y="2514600"/>
                <a:ext cx="3104098" cy="390748"/>
              </a:xfrm>
              <a:prstGeom prst="rect">
                <a:avLst/>
              </a:prstGeom>
              <a:blipFill>
                <a:blip r:embed="rId5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7A4BF5-2CFB-B290-B362-D02BCF569A63}"/>
                  </a:ext>
                </a:extLst>
              </p:cNvPr>
              <p:cNvSpPr txBox="1"/>
              <p:nvPr/>
            </p:nvSpPr>
            <p:spPr>
              <a:xfrm>
                <a:off x="832172" y="3085197"/>
                <a:ext cx="2437305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=60.6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7A4BF5-2CFB-B290-B362-D02BCF569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72" y="3085197"/>
                <a:ext cx="2437305" cy="390748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47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7D20-30B7-047F-3D99-E7FBB726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7502-FA97-C851-0D98-E43F6C98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71128-6D91-4D6A-DC8E-F47F69BD867F}"/>
              </a:ext>
            </a:extLst>
          </p:cNvPr>
          <p:cNvSpPr txBox="1"/>
          <p:nvPr/>
        </p:nvSpPr>
        <p:spPr>
          <a:xfrm>
            <a:off x="457199" y="1371600"/>
            <a:ext cx="614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Calculate the parameters at each resistor (in reverse order)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8A135C-540A-7156-6F0E-D60677100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18" y="1269608"/>
            <a:ext cx="1838325" cy="14859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9E6593C-6070-C011-CA38-E964ACE65E27}"/>
              </a:ext>
            </a:extLst>
          </p:cNvPr>
          <p:cNvGrpSpPr/>
          <p:nvPr/>
        </p:nvGrpSpPr>
        <p:grpSpPr>
          <a:xfrm>
            <a:off x="3423594" y="2589109"/>
            <a:ext cx="5428598" cy="3829176"/>
            <a:chOff x="3423594" y="2589109"/>
            <a:chExt cx="5428598" cy="382917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DF450CD-DA9B-7276-67CB-D9C28ED91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3594" y="2589109"/>
              <a:ext cx="5332217" cy="382917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940DFF-1541-2910-0B26-8F73F681CCD7}"/>
                    </a:ext>
                  </a:extLst>
                </p:cNvPr>
                <p:cNvSpPr txBox="1"/>
                <p:nvPr/>
              </p:nvSpPr>
              <p:spPr>
                <a:xfrm>
                  <a:off x="7875297" y="4824484"/>
                  <a:ext cx="97689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24V</a:t>
                  </a: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940DFF-1541-2910-0B26-8F73F681C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5297" y="4824484"/>
                  <a:ext cx="976895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9F4DBE-1FF7-8817-9B51-5DCC4EF81475}"/>
                  </a:ext>
                </a:extLst>
              </p:cNvPr>
              <p:cNvSpPr txBox="1"/>
              <p:nvPr/>
            </p:nvSpPr>
            <p:spPr>
              <a:xfrm>
                <a:off x="512660" y="3116526"/>
                <a:ext cx="1756891" cy="688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𝑅𝑒𝑞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9F4DBE-1FF7-8817-9B51-5DCC4EF81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60" y="3116526"/>
                <a:ext cx="1756891" cy="6881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B8B541-AC0F-B9E9-9391-5BA6AE4F4DB9}"/>
                  </a:ext>
                </a:extLst>
              </p:cNvPr>
              <p:cNvSpPr txBox="1"/>
              <p:nvPr/>
            </p:nvSpPr>
            <p:spPr>
              <a:xfrm>
                <a:off x="2186723" y="3122602"/>
                <a:ext cx="2197536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60.6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396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B8B541-AC0F-B9E9-9391-5BA6AE4F4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723" y="3122602"/>
                <a:ext cx="2197536" cy="6127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7DC515-12C5-3804-9EC5-7DDBDAE54A6D}"/>
                  </a:ext>
                </a:extLst>
              </p:cNvPr>
              <p:cNvSpPr txBox="1"/>
              <p:nvPr/>
            </p:nvSpPr>
            <p:spPr>
              <a:xfrm>
                <a:off x="512660" y="2400911"/>
                <a:ext cx="970317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7DC515-12C5-3804-9EC5-7DDBDAE54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60" y="2400911"/>
                <a:ext cx="970317" cy="6090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01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99838-EF1E-188B-E033-E97D7BE5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F695-D6CA-FC0C-1E23-351B4E36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FA0F6-8531-F57E-95E1-2A7EDD900018}"/>
              </a:ext>
            </a:extLst>
          </p:cNvPr>
          <p:cNvSpPr txBox="1"/>
          <p:nvPr/>
        </p:nvSpPr>
        <p:spPr>
          <a:xfrm>
            <a:off x="457199" y="1371600"/>
            <a:ext cx="614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Calculate the parameters at each resistor (in reverse order)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467654-2B1A-E7C0-9836-518BD7D74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18" y="1269608"/>
            <a:ext cx="1838325" cy="14859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B7CECCA-F274-1409-7C0A-23544ADA5164}"/>
              </a:ext>
            </a:extLst>
          </p:cNvPr>
          <p:cNvGrpSpPr/>
          <p:nvPr/>
        </p:nvGrpSpPr>
        <p:grpSpPr>
          <a:xfrm>
            <a:off x="3936271" y="2520783"/>
            <a:ext cx="3872309" cy="3916080"/>
            <a:chOff x="3936271" y="2520783"/>
            <a:chExt cx="3872309" cy="39160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844D5EC-A6B3-E8C8-8E54-EB7BB253C7F3}"/>
                    </a:ext>
                  </a:extLst>
                </p:cNvPr>
                <p:cNvSpPr txBox="1"/>
                <p:nvPr/>
              </p:nvSpPr>
              <p:spPr>
                <a:xfrm>
                  <a:off x="4866589" y="2520783"/>
                  <a:ext cx="11375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396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844D5EC-A6B3-E8C8-8E54-EB7BB253C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6589" y="2520783"/>
                  <a:ext cx="113759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8D62777-0F35-0D96-B52B-3EDA21976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36271" y="2816119"/>
              <a:ext cx="3872309" cy="36207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7B17F7A-D969-7788-8191-E6A0C76D48BE}"/>
                    </a:ext>
                  </a:extLst>
                </p:cNvPr>
                <p:cNvSpPr txBox="1"/>
                <p:nvPr/>
              </p:nvSpPr>
              <p:spPr>
                <a:xfrm>
                  <a:off x="6665485" y="3876990"/>
                  <a:ext cx="97689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.396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?V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7B17F7A-D969-7788-8191-E6A0C76D4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5485" y="3876990"/>
                  <a:ext cx="976895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82BC80E-FF72-93BC-AB0A-A180426305EB}"/>
                    </a:ext>
                  </a:extLst>
                </p:cNvPr>
                <p:cNvSpPr txBox="1"/>
                <p:nvPr/>
              </p:nvSpPr>
              <p:spPr>
                <a:xfrm>
                  <a:off x="6665485" y="4781135"/>
                  <a:ext cx="97689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.396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?V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82BC80E-FF72-93BC-AB0A-A180426305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5485" y="4781135"/>
                  <a:ext cx="976895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3963829-EF60-6DE5-DA56-64DEDD0C1693}"/>
                    </a:ext>
                  </a:extLst>
                </p:cNvPr>
                <p:cNvSpPr txBox="1"/>
                <p:nvPr/>
              </p:nvSpPr>
              <p:spPr>
                <a:xfrm>
                  <a:off x="6665485" y="5690836"/>
                  <a:ext cx="97689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.396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?V</a:t>
                  </a: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3963829-EF60-6DE5-DA56-64DEDD0C16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5485" y="5690836"/>
                  <a:ext cx="976895" cy="276999"/>
                </a:xfrm>
                <a:prstGeom prst="rect">
                  <a:avLst/>
                </a:prstGeom>
                <a:blipFill>
                  <a:blip r:embed="rId7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E3F694-1DF1-1827-2051-F2A681361922}"/>
                  </a:ext>
                </a:extLst>
              </p:cNvPr>
              <p:cNvSpPr txBox="1"/>
              <p:nvPr/>
            </p:nvSpPr>
            <p:spPr>
              <a:xfrm>
                <a:off x="528466" y="1868773"/>
                <a:ext cx="14702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E3F694-1DF1-1827-2051-F2A681361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66" y="1868773"/>
                <a:ext cx="147027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ADF481-7348-71A7-E11F-99E65CD29FAC}"/>
                  </a:ext>
                </a:extLst>
              </p:cNvPr>
              <p:cNvSpPr txBox="1"/>
              <p:nvPr/>
            </p:nvSpPr>
            <p:spPr>
              <a:xfrm>
                <a:off x="74352" y="2205839"/>
                <a:ext cx="2608762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𝑒𝑞𝑅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ADF481-7348-71A7-E11F-99E65CD29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2" y="2205839"/>
                <a:ext cx="2608762" cy="390748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54F981-71C9-23D8-87F0-3A18996FD243}"/>
                  </a:ext>
                </a:extLst>
              </p:cNvPr>
              <p:cNvSpPr txBox="1"/>
              <p:nvPr/>
            </p:nvSpPr>
            <p:spPr>
              <a:xfrm>
                <a:off x="24126" y="2573071"/>
                <a:ext cx="3307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396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×16.7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54F981-71C9-23D8-87F0-3A18996FD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6" y="2573071"/>
                <a:ext cx="330727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DEB431-BFD6-9FA1-7A3A-807A07557F21}"/>
                  </a:ext>
                </a:extLst>
              </p:cNvPr>
              <p:cNvSpPr txBox="1"/>
              <p:nvPr/>
            </p:nvSpPr>
            <p:spPr>
              <a:xfrm>
                <a:off x="356663" y="3049006"/>
                <a:ext cx="18138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=6.6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DEB431-BFD6-9FA1-7A3A-807A07557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63" y="3049006"/>
                <a:ext cx="181388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89592C-7936-849F-77C0-FEAD86D8FD9A}"/>
                  </a:ext>
                </a:extLst>
              </p:cNvPr>
              <p:cNvSpPr txBox="1"/>
              <p:nvPr/>
            </p:nvSpPr>
            <p:spPr>
              <a:xfrm>
                <a:off x="184861" y="3683159"/>
                <a:ext cx="18138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89592C-7936-849F-77C0-FEAD86D8F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61" y="3683159"/>
                <a:ext cx="181388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AC8FD1-501B-FF77-0017-07E80A0046A7}"/>
                  </a:ext>
                </a:extLst>
              </p:cNvPr>
              <p:cNvSpPr txBox="1"/>
              <p:nvPr/>
            </p:nvSpPr>
            <p:spPr>
              <a:xfrm>
                <a:off x="457199" y="4138166"/>
                <a:ext cx="22693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396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×30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AC8FD1-501B-FF77-0017-07E80A004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4138166"/>
                <a:ext cx="226932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64A9F2-76DE-3ADD-28F1-651946B39684}"/>
                  </a:ext>
                </a:extLst>
              </p:cNvPr>
              <p:cNvSpPr txBox="1"/>
              <p:nvPr/>
            </p:nvSpPr>
            <p:spPr>
              <a:xfrm>
                <a:off x="285397" y="4486858"/>
                <a:ext cx="18138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1.9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64A9F2-76DE-3ADD-28F1-651946B39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97" y="4486858"/>
                <a:ext cx="181388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0A88BB-901F-3534-0CF9-ECE4A617AAF3}"/>
                  </a:ext>
                </a:extLst>
              </p:cNvPr>
              <p:cNvSpPr txBox="1"/>
              <p:nvPr/>
            </p:nvSpPr>
            <p:spPr>
              <a:xfrm>
                <a:off x="-55559" y="5058134"/>
                <a:ext cx="2608762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𝑒𝑞𝑅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0A88BB-901F-3534-0CF9-ECE4A617A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559" y="5058134"/>
                <a:ext cx="2608762" cy="390748"/>
              </a:xfrm>
              <a:prstGeom prst="rect">
                <a:avLst/>
              </a:prstGeom>
              <a:blipFill>
                <a:blip r:embed="rId1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753E5F-F05B-DD49-CE69-8A1FE0339C31}"/>
                  </a:ext>
                </a:extLst>
              </p:cNvPr>
              <p:cNvSpPr txBox="1"/>
              <p:nvPr/>
            </p:nvSpPr>
            <p:spPr>
              <a:xfrm>
                <a:off x="-105785" y="5458256"/>
                <a:ext cx="3307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396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×13.8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753E5F-F05B-DD49-CE69-8A1FE0339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5785" y="5458256"/>
                <a:ext cx="330727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E6649C-31EF-B948-A763-D4EF332F45FE}"/>
                  </a:ext>
                </a:extLst>
              </p:cNvPr>
              <p:cNvSpPr txBox="1"/>
              <p:nvPr/>
            </p:nvSpPr>
            <p:spPr>
              <a:xfrm>
                <a:off x="226752" y="5901301"/>
                <a:ext cx="18138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=5.5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E6649C-31EF-B948-A763-D4EF332F4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52" y="5901301"/>
                <a:ext cx="181388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30575F-E776-E5B6-F135-2A4E86D2A438}"/>
                  </a:ext>
                </a:extLst>
              </p:cNvPr>
              <p:cNvSpPr txBox="1"/>
              <p:nvPr/>
            </p:nvSpPr>
            <p:spPr>
              <a:xfrm>
                <a:off x="1749861" y="6274250"/>
                <a:ext cx="33135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6.6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+11.9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+5.5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=24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‼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30575F-E776-E5B6-F135-2A4E86D2A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861" y="6274250"/>
                <a:ext cx="331351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89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2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6150-4A73-42B0-4895-3B1B647E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CF3F-5D4C-DB72-3BB1-0F205F2C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87663-4C37-BA5D-F4A0-48190B9FB4CF}"/>
              </a:ext>
            </a:extLst>
          </p:cNvPr>
          <p:cNvSpPr txBox="1"/>
          <p:nvPr/>
        </p:nvSpPr>
        <p:spPr>
          <a:xfrm>
            <a:off x="457199" y="1371600"/>
            <a:ext cx="614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Calculate the parameters at each resistor (in reverse order)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7A5735-BBE4-FE92-802E-224A1DE15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18" y="1269608"/>
            <a:ext cx="1838325" cy="1485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A39FCF-751C-E64F-E389-6BEFF77162E0}"/>
                  </a:ext>
                </a:extLst>
              </p:cNvPr>
              <p:cNvSpPr txBox="1"/>
              <p:nvPr/>
            </p:nvSpPr>
            <p:spPr>
              <a:xfrm>
                <a:off x="512660" y="3116526"/>
                <a:ext cx="1273810" cy="656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A39FCF-751C-E64F-E389-6BEFF7716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60" y="3116526"/>
                <a:ext cx="1273810" cy="656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E4AC5D-BED9-5033-8AE1-20AA7A142E21}"/>
                  </a:ext>
                </a:extLst>
              </p:cNvPr>
              <p:cNvSpPr txBox="1"/>
              <p:nvPr/>
            </p:nvSpPr>
            <p:spPr>
              <a:xfrm>
                <a:off x="512660" y="2400911"/>
                <a:ext cx="970317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E4AC5D-BED9-5033-8AE1-20AA7A142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60" y="2400911"/>
                <a:ext cx="970317" cy="6090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DBC127-67FA-4FEA-9997-54944A1E8BF3}"/>
                  </a:ext>
                </a:extLst>
              </p:cNvPr>
              <p:cNvSpPr txBox="1"/>
              <p:nvPr/>
            </p:nvSpPr>
            <p:spPr>
              <a:xfrm>
                <a:off x="1722007" y="3122602"/>
                <a:ext cx="2197536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6.6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264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DBC127-67FA-4FEA-9997-54944A1E8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007" y="3122602"/>
                <a:ext cx="2197536" cy="6127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2800D60-F1D8-BCCC-B5A8-24DB341673CC}"/>
              </a:ext>
            </a:extLst>
          </p:cNvPr>
          <p:cNvGrpSpPr/>
          <p:nvPr/>
        </p:nvGrpSpPr>
        <p:grpSpPr>
          <a:xfrm>
            <a:off x="3862185" y="2520783"/>
            <a:ext cx="5281815" cy="3863928"/>
            <a:chOff x="3862185" y="2520783"/>
            <a:chExt cx="5281815" cy="38639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28B27DB-58E7-D320-0356-68269B02B069}"/>
                    </a:ext>
                  </a:extLst>
                </p:cNvPr>
                <p:cNvSpPr txBox="1"/>
                <p:nvPr/>
              </p:nvSpPr>
              <p:spPr>
                <a:xfrm>
                  <a:off x="4883097" y="2520783"/>
                  <a:ext cx="11375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396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28B27DB-58E7-D320-0356-68269B02B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097" y="2520783"/>
                  <a:ext cx="113759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50E01BD-6EEC-45D5-3F0B-FDFAF0823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62185" y="2807702"/>
              <a:ext cx="4671228" cy="357700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03A8AAB-B20D-B1D0-FDF2-555E09F0D3B9}"/>
                    </a:ext>
                  </a:extLst>
                </p:cNvPr>
                <p:cNvSpPr txBox="1"/>
                <p:nvPr/>
              </p:nvSpPr>
              <p:spPr>
                <a:xfrm>
                  <a:off x="6197799" y="4050736"/>
                  <a:ext cx="97689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6.6V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03A8AAB-B20D-B1D0-FDF2-555E09F0D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7799" y="4050736"/>
                  <a:ext cx="976895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9A9B393-A12D-BD92-A052-F58707857120}"/>
                    </a:ext>
                  </a:extLst>
                </p:cNvPr>
                <p:cNvSpPr txBox="1"/>
                <p:nvPr/>
              </p:nvSpPr>
              <p:spPr>
                <a:xfrm>
                  <a:off x="8167105" y="4050263"/>
                  <a:ext cx="97689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6.6V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9A9B393-A12D-BD92-A052-F587078571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7105" y="4050263"/>
                  <a:ext cx="976895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1F81CC-DB0B-5D0F-BED7-E59CF1CBF3AF}"/>
                    </a:ext>
                  </a:extLst>
                </p:cNvPr>
                <p:cNvSpPr txBox="1"/>
                <p:nvPr/>
              </p:nvSpPr>
              <p:spPr>
                <a:xfrm>
                  <a:off x="6283322" y="5788535"/>
                  <a:ext cx="97689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5.5V</a:t>
                  </a: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1F81CC-DB0B-5D0F-BED7-E59CF1CBF3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3322" y="5788535"/>
                  <a:ext cx="976895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92094B9-014F-C549-C831-3833F4DB7C69}"/>
                    </a:ext>
                  </a:extLst>
                </p:cNvPr>
                <p:cNvSpPr txBox="1"/>
                <p:nvPr/>
              </p:nvSpPr>
              <p:spPr>
                <a:xfrm>
                  <a:off x="8167104" y="5788535"/>
                  <a:ext cx="97689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5.5V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92094B9-014F-C549-C831-3833F4DB7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7104" y="5788535"/>
                  <a:ext cx="976895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47AF4FF-B6A5-B491-0F2B-FBDB3AD40EEE}"/>
                    </a:ext>
                  </a:extLst>
                </p:cNvPr>
                <p:cNvSpPr txBox="1"/>
                <p:nvPr/>
              </p:nvSpPr>
              <p:spPr>
                <a:xfrm>
                  <a:off x="6499477" y="4781135"/>
                  <a:ext cx="114290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.396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11.9V</a:t>
                  </a: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47AF4FF-B6A5-B491-0F2B-FBDB3AD40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9477" y="4781135"/>
                  <a:ext cx="1142904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5C3BAF-8CCC-F62F-D4E3-B52E5465AF4E}"/>
                  </a:ext>
                </a:extLst>
              </p:cNvPr>
              <p:cNvSpPr txBox="1"/>
              <p:nvPr/>
            </p:nvSpPr>
            <p:spPr>
              <a:xfrm>
                <a:off x="478110" y="3791919"/>
                <a:ext cx="1279132" cy="656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5C3BAF-8CCC-F62F-D4E3-B52E5465A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10" y="3791919"/>
                <a:ext cx="1279132" cy="6562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2C0A58-0DA8-9491-20B5-D7A223EA3065}"/>
                  </a:ext>
                </a:extLst>
              </p:cNvPr>
              <p:cNvSpPr txBox="1"/>
              <p:nvPr/>
            </p:nvSpPr>
            <p:spPr>
              <a:xfrm>
                <a:off x="512660" y="4554662"/>
                <a:ext cx="1279132" cy="656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2C0A58-0DA8-9491-20B5-D7A223EA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60" y="4554662"/>
                <a:ext cx="1279132" cy="6562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59D268-4D1B-7C06-F8FE-25BEAC4BE3F6}"/>
                  </a:ext>
                </a:extLst>
              </p:cNvPr>
              <p:cNvSpPr txBox="1"/>
              <p:nvPr/>
            </p:nvSpPr>
            <p:spPr>
              <a:xfrm>
                <a:off x="547613" y="5230055"/>
                <a:ext cx="1279132" cy="656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59D268-4D1B-7C06-F8FE-25BEAC4BE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13" y="5230055"/>
                <a:ext cx="1279132" cy="6562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2DEFE4-CEB2-5813-9072-B57F4BE278BB}"/>
                  </a:ext>
                </a:extLst>
              </p:cNvPr>
              <p:cNvSpPr txBox="1"/>
              <p:nvPr/>
            </p:nvSpPr>
            <p:spPr>
              <a:xfrm>
                <a:off x="1722007" y="3781400"/>
                <a:ext cx="2197536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6.6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132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2DEFE4-CEB2-5813-9072-B57F4BE27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007" y="3781400"/>
                <a:ext cx="2197536" cy="6127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08FB2F-8A47-DCFC-8FB3-EFD5FA1B4B73}"/>
                  </a:ext>
                </a:extLst>
              </p:cNvPr>
              <p:cNvSpPr txBox="1"/>
              <p:nvPr/>
            </p:nvSpPr>
            <p:spPr>
              <a:xfrm>
                <a:off x="1692779" y="4535474"/>
                <a:ext cx="2197536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5.5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122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08FB2F-8A47-DCFC-8FB3-EFD5FA1B4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779" y="4535474"/>
                <a:ext cx="2197536" cy="6127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03DB94-7726-2685-8DED-B53641998B89}"/>
                  </a:ext>
                </a:extLst>
              </p:cNvPr>
              <p:cNvSpPr txBox="1"/>
              <p:nvPr/>
            </p:nvSpPr>
            <p:spPr>
              <a:xfrm>
                <a:off x="1694326" y="5210922"/>
                <a:ext cx="2197536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5.5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275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03DB94-7726-2685-8DED-B53641998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26" y="5210922"/>
                <a:ext cx="2197536" cy="61279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3F728-0024-F5C7-DB30-6CA8469E0192}"/>
                  </a:ext>
                </a:extLst>
              </p:cNvPr>
              <p:cNvSpPr txBox="1"/>
              <p:nvPr/>
            </p:nvSpPr>
            <p:spPr>
              <a:xfrm>
                <a:off x="1631449" y="1945152"/>
                <a:ext cx="33135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.264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+0.132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=0.396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‼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3F728-0024-F5C7-DB30-6CA8469E0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449" y="1945152"/>
                <a:ext cx="3313512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E42398-6436-0979-03B1-6FBF1EBB7F11}"/>
                  </a:ext>
                </a:extLst>
              </p:cNvPr>
              <p:cNvSpPr txBox="1"/>
              <p:nvPr/>
            </p:nvSpPr>
            <p:spPr>
              <a:xfrm>
                <a:off x="1134791" y="6135616"/>
                <a:ext cx="33135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.122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+0.275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0.396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‼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E42398-6436-0979-03B1-6FBF1EBB7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791" y="6135616"/>
                <a:ext cx="331351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94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1" grpId="0"/>
      <p:bldP spid="10" grpId="0"/>
      <p:bldP spid="12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0D76-D066-D1A9-A675-E94E817B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3FBB-B304-83B7-5FA8-C1ECD9AF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BFC7C-5B9F-F83B-0278-4E1BFE9F1CAA}"/>
              </a:ext>
            </a:extLst>
          </p:cNvPr>
          <p:cNvSpPr txBox="1"/>
          <p:nvPr/>
        </p:nvSpPr>
        <p:spPr>
          <a:xfrm>
            <a:off x="457199" y="1371600"/>
            <a:ext cx="614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all resistors have all 3 values, </a:t>
            </a:r>
            <a:r>
              <a:rPr lang="en-US"/>
              <a:t>you are done!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84E47F-3687-6884-35DB-2522A663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18" y="1269608"/>
            <a:ext cx="1838325" cy="14859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2EF4FBE-8C68-A22F-DF5A-AA68E581D78F}"/>
              </a:ext>
            </a:extLst>
          </p:cNvPr>
          <p:cNvGrpSpPr/>
          <p:nvPr/>
        </p:nvGrpSpPr>
        <p:grpSpPr>
          <a:xfrm>
            <a:off x="3862185" y="2520783"/>
            <a:ext cx="5281815" cy="3863928"/>
            <a:chOff x="3862185" y="2520783"/>
            <a:chExt cx="5281815" cy="386392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CBE5FA0-6BE1-235C-EFD3-02C38A85E91E}"/>
                    </a:ext>
                  </a:extLst>
                </p:cNvPr>
                <p:cNvSpPr txBox="1"/>
                <p:nvPr/>
              </p:nvSpPr>
              <p:spPr>
                <a:xfrm>
                  <a:off x="4883097" y="2520783"/>
                  <a:ext cx="11375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396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CBE5FA0-6BE1-235C-EFD3-02C38A85E9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097" y="2520783"/>
                  <a:ext cx="113759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5A797D4-2BFB-0194-44C1-82035E98F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62185" y="2807702"/>
              <a:ext cx="4671228" cy="357700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DD936C8-E888-2F4D-B03E-4C52D2CA57C8}"/>
                    </a:ext>
                  </a:extLst>
                </p:cNvPr>
                <p:cNvSpPr txBox="1"/>
                <p:nvPr/>
              </p:nvSpPr>
              <p:spPr>
                <a:xfrm>
                  <a:off x="6348175" y="4039059"/>
                  <a:ext cx="615156" cy="4574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.264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 6.6V</a:t>
                  </a: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DD936C8-E888-2F4D-B03E-4C52D2CA5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175" y="4039059"/>
                  <a:ext cx="615156" cy="457433"/>
                </a:xfrm>
                <a:prstGeom prst="rect">
                  <a:avLst/>
                </a:prstGeom>
                <a:blipFill>
                  <a:blip r:embed="rId5"/>
                  <a:stretch>
                    <a:fillRect r="-990"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88BF0EC-F867-0052-2545-EC8AF24AE783}"/>
                    </a:ext>
                  </a:extLst>
                </p:cNvPr>
                <p:cNvSpPr txBox="1"/>
                <p:nvPr/>
              </p:nvSpPr>
              <p:spPr>
                <a:xfrm>
                  <a:off x="8167105" y="4050263"/>
                  <a:ext cx="97689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0.132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6.6V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88BF0EC-F867-0052-2545-EC8AF24AE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7105" y="4050263"/>
                  <a:ext cx="976895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625"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198C583-E7B9-0D79-8184-B9A25145EF1F}"/>
                    </a:ext>
                  </a:extLst>
                </p:cNvPr>
                <p:cNvSpPr txBox="1"/>
                <p:nvPr/>
              </p:nvSpPr>
              <p:spPr>
                <a:xfrm>
                  <a:off x="6348175" y="5788535"/>
                  <a:ext cx="615156" cy="4574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.122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5.5V</a:t>
                  </a: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198C583-E7B9-0D79-8184-B9A25145E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175" y="5788535"/>
                  <a:ext cx="615156" cy="457433"/>
                </a:xfrm>
                <a:prstGeom prst="rect">
                  <a:avLst/>
                </a:prstGeom>
                <a:blipFill>
                  <a:blip r:embed="rId7"/>
                  <a:stretch>
                    <a:fillRect r="-990"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0D780DC-1495-63D2-77EC-08D7E36FF4A6}"/>
                    </a:ext>
                  </a:extLst>
                </p:cNvPr>
                <p:cNvSpPr txBox="1"/>
                <p:nvPr/>
              </p:nvSpPr>
              <p:spPr>
                <a:xfrm>
                  <a:off x="8167104" y="5788535"/>
                  <a:ext cx="97689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.275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5.5V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0D780DC-1495-63D2-77EC-08D7E36FF4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7104" y="5788535"/>
                  <a:ext cx="976895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625" t="-1333"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B86FC4C-15FD-9D53-C910-A66D93E81B6D}"/>
                    </a:ext>
                  </a:extLst>
                </p:cNvPr>
                <p:cNvSpPr txBox="1"/>
                <p:nvPr/>
              </p:nvSpPr>
              <p:spPr>
                <a:xfrm>
                  <a:off x="6499477" y="4781135"/>
                  <a:ext cx="114290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.396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en-US" sz="1200" dirty="0"/>
                    <a:t>, 11.9V</a:t>
                  </a: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B86FC4C-15FD-9D53-C910-A66D93E81B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9477" y="4781135"/>
                  <a:ext cx="1142904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0549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314</Words>
  <Application>Microsoft Office PowerPoint</Application>
  <PresentationFormat>On-screen Show (4:3)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Your Turn</vt:lpstr>
      <vt:lpstr>Your Turn</vt:lpstr>
      <vt:lpstr>Your Turn</vt:lpstr>
      <vt:lpstr>Your Turn</vt:lpstr>
      <vt:lpstr>Your Turn</vt:lpstr>
      <vt:lpstr>Your Turn</vt:lpstr>
      <vt:lpstr>Your Turn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Dahlem, Brian</cp:lastModifiedBy>
  <cp:revision>3</cp:revision>
  <dcterms:created xsi:type="dcterms:W3CDTF">2013-01-27T09:14:16Z</dcterms:created>
  <dcterms:modified xsi:type="dcterms:W3CDTF">2026-03-04T21:06:27Z</dcterms:modified>
  <cp:category/>
</cp:coreProperties>
</file>